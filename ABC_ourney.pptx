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E4D92">
              <a:alpha val="20000"/>
            </a:srgbClr>
          </a:solidFill>
          <a:ln w="12700">
            <a:solidFill>
              <a:srgbClr val="0E4D9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E4D92">
              <a:alpha val="40000"/>
            </a:srgbClr>
          </a:solidFill>
          <a:ln w="12700">
            <a:solidFill>
              <a:srgbClr val="0E4D9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11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CONFLUENT CURRENT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ABC's Event Streaming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Journey with Confluent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0A896"/>
                </a:solidFill>
              </a:rPr>
              <a:t>Enterprise Streaming Transformation at Scale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Programs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Adopted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35204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</a:rPr>
              <a:t>2+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5176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Programs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Onboarding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</a:rPr>
              <a:t>2024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Platform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Launched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35204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Enterprise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Platform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Platform 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EBF5FB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92"/>
                </a:solidFill>
              </a:rPr>
              <a:t>☁  Confluent Cloud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Enabled: December 2024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3-Month POC (Cloud + Self-Managed)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Annual license renewal: Dec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CI/CD + Terraform provisioning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Automated Schema Registry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Automated DR strategy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Premium Support included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Solution Architect engagement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143000"/>
            <a:ext cx="4389120" cy="3566160"/>
          </a:xfrm>
          <a:prstGeom prst="roundRect">
            <a:avLst>
              <a:gd name="adj" fmla="val 3846"/>
            </a:avLst>
          </a:prstGeom>
          <a:solidFill>
            <a:srgbClr val="E8F8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143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⚙  Self-Managed Connect Platform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17720" y="169164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Confluent for Kubernetes (CFK)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Helm charts on AKS clusters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2× Connector large pack license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ADLS Sink Connector enabled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Splunk Sink Connector enabled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mTLS-based application access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Workload identity per app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Private endpoints + DNS + firewall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6A7"/>
                </a:solidFill>
              </a:rPr>
              <a:t>Both platforms covered under Confluent Premium Support for all ABC Confluent clusters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Enterprise Program Adoption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4D92"/>
                </a:solidFill>
              </a:rPr>
              <a:t>ACTIVELY USING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1463040" cy="749808"/>
          </a:xfrm>
          <a:prstGeom prst="roundRect">
            <a:avLst>
              <a:gd name="adj" fmla="val 12195"/>
            </a:avLst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Project A  ·  Project B  ·  Project C  ·  Project 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1463040" cy="749808"/>
          </a:xfrm>
          <a:prstGeom prst="roundRect">
            <a:avLst>
              <a:gd name="adj" fmla="val 1219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42316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Project A  ·  Project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46120"/>
            <a:ext cx="1463040" cy="749808"/>
          </a:xfrm>
          <a:prstGeom prst="roundRect">
            <a:avLst>
              <a:gd name="adj" fmla="val 1219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46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Program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29184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API Platform Services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206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</a:rPr>
              <a:t>GETTING ONBOARDED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553712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E0F7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5537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⏳  Program A  —  Onboarding in progress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553712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E0F7F4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5537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⏳  Program B  —  Onboarding in progress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We Built — Platform Capabilities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704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BF5FB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CI/CD Automation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" y="2066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Terraform pipelines for Confluent Cloud resource provisioning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11704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BF5FB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41448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Connect Platform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2066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CFK + Helm on AKS; ADLS &amp; Splunk sink connectors live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54296" y="11704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BF5FB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54296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Schema Registry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27448" y="2066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Automated schema governance in Confluent Cloud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67144" y="11704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BF5FB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67144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67144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DR Strategy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40296" y="2066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Defined &amp; automated Confluent Cloud disaster recovery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9992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8F8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2860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Internal Support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1752" y="38953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Established ABC Confluent support team + onboarding wikis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41448" y="29992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8F8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41448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41448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Cost Management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14600" y="38953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In-house cost calculator + annual budget estimation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54296" y="29992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8F8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54296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54296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mTLS Access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27448" y="38953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Venafi-based workload identity for all application access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67144" y="2999232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8F8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67144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67144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Documentation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40296" y="38953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Topic naming, DR strategy, onboarding wiki published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Team Onboarding &amp; Operations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252728"/>
            <a:ext cx="438912" cy="438912"/>
          </a:xfrm>
          <a:prstGeom prst="ellipse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2710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Intake &amp; Review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Receive request → discuss with team &amp; EA → decide: new cluster or existing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1430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5272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03904" y="12710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Cluster Decision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19272" y="17099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New: private endpoint, DNS, firewall IPs, provision cluster + topics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Existing: share IPs, open firewall, provision topics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11430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252728"/>
            <a:ext cx="438912" cy="438912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57416" y="12710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mTLS Access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72784" y="17099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Raise Venafi requests for mTLS certs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Create workload identity, validate access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312724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" y="31455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Cloud UI Access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35844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Onboard team via AD group to Confluent Cloud UI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82112" y="30175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0096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27248"/>
            <a:ext cx="438912" cy="438912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03904" y="31455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Dev Environments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19272" y="35844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Provision clusters &amp; topics across dev/test/staging during development phase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30175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5352" y="3127248"/>
            <a:ext cx="438912" cy="438912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57416" y="31455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Ongoing Support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72784" y="35844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Periodic connects with ABC internal Confluent team; issue resolution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Journey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80467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103120"/>
            <a:ext cx="457200" cy="45720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Sep–Nov 2024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D55"/>
                </a:solidFill>
              </a:rPr>
              <a:t>POC Phase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" y="14904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3-month evaluation: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Confluent Cloud vs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Self-Managed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71600" y="2057400"/>
            <a:ext cx="0" cy="4572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103120"/>
            <a:ext cx="457200" cy="45720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7614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Dec 2024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3090672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D55"/>
                </a:solidFill>
              </a:rPr>
              <a:t>Platform Live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96312" y="340156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Confluent Cloud enabled;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Self-Managed Connect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platform established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2103120"/>
            <a:ext cx="457200" cy="45720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868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11887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207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D55"/>
                </a:solidFill>
              </a:rPr>
              <a:t>Stabilize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16552" y="14904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CI/CD automation,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DR strategy,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registry, support team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12080" y="2057400"/>
            <a:ext cx="0" cy="4572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103120"/>
            <a:ext cx="457200" cy="45720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7614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2026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3090672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AD55"/>
                </a:solidFill>
              </a:rPr>
              <a:t>Scale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36792" y="340156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3 Programs live;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2 more onboarding;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Cost optimization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06640" y="205740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896"/>
                </a:solidFill>
              </a:rPr>
              <a:t>Apache Flink  ·  Tableflow  ·  Confluent Intelligence  ·  Intake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What's Next — Future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9844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Stream Processing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24505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Apache Flink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Stream processing &amp; real-time analytics on top of Confluent Cloud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41448" y="118872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29844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Products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41448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41448" y="24505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Tableflow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32888" y="2926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Streaming tables &amp; Iceberg integration for data product delivery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54296" y="118872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129844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AI/ML Ready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54296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654296" y="24505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Confluent Intelligence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45736" y="2926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AI-powered streaming intelligence &amp; anomaly detection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67144" y="118872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2700">
            <a:solidFill>
              <a:srgbClr val="0E4D9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58584" y="129844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Developer Experience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67144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867144" y="24505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Automate Intake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58584" y="2926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Self-service onboarding portal to streamline cluster &amp; topic requests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6A7"/>
                </a:solidFill>
              </a:rPr>
              <a:t>Partnering closely with Confluent team for feature adoption, roadmap alignment, and ongoing support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E4D92">
              <a:alpha val="20000"/>
            </a:srgbClr>
          </a:solidFill>
          <a:ln w="12700">
            <a:solidFill>
              <a:srgbClr val="0E4D9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896"/>
                </a:solidFill>
              </a:rPr>
              <a:t>Lessons from ABC's Confluent Journey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26464"/>
            <a:ext cx="438912" cy="43891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19072" y="1417320"/>
            <a:ext cx="6199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Start with a focused POC — evaluate both cloud and self-managed before committing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2048256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103120"/>
            <a:ext cx="438912" cy="43891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19072" y="2093976"/>
            <a:ext cx="6199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governance &amp; automation early: CI/CD, Schema Registry, DR strategy from day 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97280" y="2724912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2779776"/>
            <a:ext cx="438912" cy="43891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19072" y="2770632"/>
            <a:ext cx="6199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Standardize onboarding: topic naming, mTLS access, and wiki docs reduce friction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97280" y="3401568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456432"/>
            <a:ext cx="438912" cy="43891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456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19072" y="3447288"/>
            <a:ext cx="6199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Partner closely with Confluent — SA support and premium support accelerate success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97280" y="4078224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4133088"/>
            <a:ext cx="438912" cy="43891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19072" y="4123944"/>
            <a:ext cx="6199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Think beyond messaging: plan for Flink, Tableflow, and AI-driven streaming from the start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ABC's Confluent Journey – Confluent Current</dc:title>
  <dc:subject>PptxGenJS Presentation</dc:subject>
  <dc:creator>PptxGenJS</dc:creator>
  <cp:lastModifiedBy>PptxGenJS</cp:lastModifiedBy>
  <cp:revision>1</cp:revision>
  <dcterms:created xsi:type="dcterms:W3CDTF">2026-06-09T02:52:00Z</dcterms:created>
  <dcterms:modified xsi:type="dcterms:W3CDTF">2026-06-09T02:52:00Z</dcterms:modified>
</cp:coreProperties>
</file>